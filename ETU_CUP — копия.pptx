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8" r:id="rId4"/>
    <p:sldId id="257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B2513-79CB-2AB8-96F0-5FB8EBE33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ru-RU" sz="3600" dirty="0"/>
              <a:t>Всероссийский фестиваль интеллектуальных игр «</a:t>
            </a:r>
            <a:r>
              <a:rPr lang="en-US" sz="3600" dirty="0"/>
              <a:t>ETU/CUP</a:t>
            </a:r>
            <a:r>
              <a:rPr lang="ru-RU" sz="3600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67340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05734-92E8-5C49-EEEF-4ECBA577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Организаторы и даты реализации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9BC48-D362-C414-0F32-D79CD5B4D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Менеджеры </a:t>
            </a:r>
            <a:r>
              <a:rPr lang="ru-RU" dirty="0"/>
              <a:t>проекта </a:t>
            </a:r>
            <a:r>
              <a:rPr lang="ru-RU" dirty="0" smtClean="0"/>
              <a:t>– </a:t>
            </a:r>
            <a:r>
              <a:rPr lang="ru-RU" dirty="0" err="1" smtClean="0"/>
              <a:t>Миносян</a:t>
            </a:r>
            <a:r>
              <a:rPr lang="ru-RU" dirty="0" smtClean="0"/>
              <a:t> Г.Р.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Дата начала реализации: </a:t>
            </a:r>
            <a:r>
              <a:rPr lang="ru-RU" dirty="0" smtClean="0"/>
              <a:t>1.10.2025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Дата окончания реализации: </a:t>
            </a:r>
            <a:r>
              <a:rPr lang="ru-RU" dirty="0" smtClean="0"/>
              <a:t>8.03.2026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556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30F5-4C62-6C72-2FDE-2E7AE617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893099-3B58-7897-7C0A-EDC39C737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сегодняшний день в России большую популярность имеют спортивные версии интеллектуальных игр, таких как «Что? Где? Когда?», «Своя Игра» и др.</a:t>
            </a:r>
            <a:br>
              <a:rPr lang="ru-RU" dirty="0"/>
            </a:br>
            <a:r>
              <a:rPr lang="ru-RU" dirty="0"/>
              <a:t>Клубы из многих субъектов страны проводят игры в своих регионах, однако многим не хватает крупных турниров и фестивалей для поддержания данного движения «на плаву»</a:t>
            </a:r>
          </a:p>
        </p:txBody>
      </p:sp>
    </p:spTree>
    <p:extLst>
      <p:ext uri="{BB962C8B-B14F-4D97-AF65-F5344CB8AC3E}">
        <p14:creationId xmlns:p14="http://schemas.microsoft.com/office/powerpoint/2010/main" val="135351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05FB9-2BD5-2AA8-F6DE-CCE365A3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8985E5-CDA2-E333-385F-221FB164B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Целью проекта является организация трёхдневного фестиваля интеллектуальных игр на 450 человек (75 команд), который объединит команды из 10 субъектов Российской Федерации на базе СПбГЭТУ «ЛЭТИ»</a:t>
            </a:r>
          </a:p>
        </p:txBody>
      </p:sp>
    </p:spTree>
    <p:extLst>
      <p:ext uri="{BB962C8B-B14F-4D97-AF65-F5344CB8AC3E}">
        <p14:creationId xmlns:p14="http://schemas.microsoft.com/office/powerpoint/2010/main" val="187732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A8C95-B5E2-088C-4E6C-A00AD127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Заинтересованные стороны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35A2D7-7252-F2C8-9046-3253046CE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Региональные клубы интеллектуального творчества из Санкт-Петербурга и Москвы, а также Архангельской, Ленинградской, Нижегородской, Московской и других </a:t>
            </a:r>
            <a:r>
              <a:rPr lang="ru-RU" dirty="0" smtClean="0"/>
              <a:t>областей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014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3BD24-8856-286A-8BD2-A2102FC70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CE967-AA7F-4202-EA60-2657EE7A0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Руководитель проекта – Хамидулин С.Ю.</a:t>
            </a:r>
          </a:p>
          <a:p>
            <a:r>
              <a:rPr lang="ru-RU" dirty="0"/>
              <a:t>Фотограф – </a:t>
            </a:r>
            <a:r>
              <a:rPr lang="ru-RU" dirty="0" smtClean="0"/>
              <a:t>Ковалев В.</a:t>
            </a:r>
            <a:endParaRPr lang="ru-RU" dirty="0"/>
          </a:p>
          <a:p>
            <a:r>
              <a:rPr lang="ru-RU" dirty="0"/>
              <a:t>Ответственный за помещение – Николаев Б.Ф.</a:t>
            </a:r>
          </a:p>
          <a:p>
            <a:r>
              <a:rPr lang="ru-RU" dirty="0"/>
              <a:t>Ответственный за канцелярию – Павлов К.А.</a:t>
            </a:r>
          </a:p>
          <a:p>
            <a:r>
              <a:rPr lang="ru-RU" dirty="0"/>
              <a:t>Ответственный за коммуникации – </a:t>
            </a:r>
            <a:r>
              <a:rPr lang="ru-RU" dirty="0" err="1"/>
              <a:t>Кормачёв</a:t>
            </a:r>
            <a:r>
              <a:rPr lang="ru-RU" dirty="0"/>
              <a:t> М.И.</a:t>
            </a:r>
          </a:p>
          <a:p>
            <a:r>
              <a:rPr lang="ru-RU" dirty="0"/>
              <a:t>Ответственный за медиа-контент – </a:t>
            </a:r>
            <a:r>
              <a:rPr lang="ru-RU" dirty="0" err="1"/>
              <a:t>Валишвили</a:t>
            </a:r>
            <a:r>
              <a:rPr lang="ru-RU" dirty="0"/>
              <a:t> К.В.</a:t>
            </a:r>
          </a:p>
          <a:p>
            <a:r>
              <a:rPr lang="ru-RU" dirty="0"/>
              <a:t>Авторы вопросов – Мерзляков М.П., Скуратов А.И., Быстров Е.И</a:t>
            </a:r>
            <a:r>
              <a:rPr lang="ru-RU" dirty="0" smtClean="0"/>
              <a:t>., Селянин Д.А.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7533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496B2-E83F-23AB-0F14-D65C125D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38FF77A-C7AB-EF74-A8DC-28C0AD351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0321" y="2336872"/>
                <a:ext cx="10489548" cy="3977218"/>
              </a:xfrm>
            </p:spPr>
            <p:txBody>
              <a:bodyPr>
                <a:normAutofit fontScale="32500" lnSpcReduction="20000"/>
              </a:bodyPr>
              <a:lstStyle/>
              <a:p>
                <a:r>
                  <a:rPr lang="ru-RU" sz="4600" dirty="0"/>
                  <a:t>В течение трёх дней будут проведены соревнования в нескольких дисциплинах: «Что? Где? Когда?», «Своя Игра», «Эрудит-квартет»</a:t>
                </a:r>
                <a:r>
                  <a:rPr lang="en-US" sz="4600" dirty="0"/>
                  <a:t>;</a:t>
                </a:r>
                <a:endParaRPr lang="ru-RU" sz="4600" dirty="0"/>
              </a:p>
              <a:p>
                <a:r>
                  <a:rPr lang="ru-RU" sz="4600" dirty="0"/>
                  <a:t>Созданы официальные группы в социальных сетях </a:t>
                </a:r>
                <a:r>
                  <a:rPr lang="ru-RU" sz="4600" dirty="0" err="1"/>
                  <a:t>Вконтакте</a:t>
                </a:r>
                <a:r>
                  <a:rPr lang="ru-RU" sz="4600" dirty="0"/>
                  <a:t> и </a:t>
                </a:r>
                <a:r>
                  <a:rPr lang="en-US" sz="4600" dirty="0"/>
                  <a:t>Telegram</a:t>
                </a:r>
                <a:r>
                  <a:rPr lang="ru-RU" sz="4600" dirty="0"/>
                  <a:t>, в которых будет публиковаться вся актуальная информация</a:t>
                </a:r>
                <a:r>
                  <a:rPr lang="en-US" sz="4600" dirty="0"/>
                  <a:t>;</a:t>
                </a:r>
                <a:endParaRPr lang="ru-RU" sz="4600" dirty="0"/>
              </a:p>
              <a:p>
                <a:r>
                  <a:rPr lang="ru-RU" sz="4600" dirty="0"/>
                  <a:t>Арендовано помещение площадью 1000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4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46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ru-RU" sz="460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4600" dirty="0"/>
                  <a:t> (конференц-зал отеля «</a:t>
                </a:r>
                <a:r>
                  <a:rPr lang="en-US" sz="4600" dirty="0"/>
                  <a:t>Hotel Park</a:t>
                </a:r>
                <a:r>
                  <a:rPr lang="ru-RU" sz="4600" dirty="0"/>
                  <a:t>» на Крестовском острове)</a:t>
                </a:r>
                <a:r>
                  <a:rPr lang="en-US" sz="4600" dirty="0"/>
                  <a:t>;</a:t>
                </a:r>
                <a:endParaRPr lang="ru-RU" sz="4600" dirty="0"/>
              </a:p>
              <a:p>
                <a:r>
                  <a:rPr lang="ru-RU" sz="4600" dirty="0"/>
                  <a:t>В арендованном помещении расположено 80 столов (75 для команд, 2 для ведущего и ассистента, 3 для игрового жюри) и 455 стульев</a:t>
                </a:r>
                <a:r>
                  <a:rPr lang="en-US" sz="4600" dirty="0"/>
                  <a:t>;</a:t>
                </a:r>
                <a:endParaRPr lang="ru-RU" sz="4600" dirty="0"/>
              </a:p>
              <a:p>
                <a:r>
                  <a:rPr lang="ru-RU" sz="4600" dirty="0"/>
                  <a:t>Задействована личная техника ведущего, ассистента и игрового жюри (ноутбуки с доступом к Интернету, сеть предоставлена отелем)</a:t>
                </a:r>
                <a:r>
                  <a:rPr lang="en-US" sz="4600" dirty="0"/>
                  <a:t>;</a:t>
                </a:r>
                <a:endParaRPr lang="ru-RU" sz="4600" dirty="0"/>
              </a:p>
              <a:p>
                <a:r>
                  <a:rPr lang="ru-RU" sz="4600" dirty="0"/>
                  <a:t>На протяжении трёх игровых дней будет производится фото- и видеосъёмка (согласие на обработку персональных данных будет уточняться при регистрации), фото и видео выкладываются в официальную группу мероприятия)</a:t>
                </a:r>
                <a:r>
                  <a:rPr lang="en-US" sz="4600" dirty="0"/>
                  <a:t>;</a:t>
                </a:r>
              </a:p>
              <a:p>
                <a:r>
                  <a:rPr lang="ru-RU" sz="4600" dirty="0"/>
                  <a:t>По окончании фестиваля лучшие команды в двух зачётах будут награждены медалями из эпоксидной смолы с изображением маскота, а также сертификатами на 2000 рублей в сеть книжных магазинов «Буквоед»</a:t>
                </a:r>
                <a:r>
                  <a:rPr lang="en-US" sz="4600" dirty="0"/>
                  <a:t>;</a:t>
                </a:r>
              </a:p>
              <a:p>
                <a:r>
                  <a:rPr lang="ru-RU" sz="4600" dirty="0"/>
                  <a:t>Дополнительно организовано развлекательное мероприятие в лофте «</a:t>
                </a:r>
                <a:r>
                  <a:rPr lang="en-US" sz="4600" dirty="0" err="1"/>
                  <a:t>Com.Nata</a:t>
                </a:r>
                <a:r>
                  <a:rPr lang="ru-RU" sz="4600" dirty="0"/>
                  <a:t>» по адресу Набережная Обводного Канала, 136. В программе: музыка, танцы, бар.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38FF77A-C7AB-EF74-A8DC-28C0AD351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321" y="2336872"/>
                <a:ext cx="10489548" cy="3977218"/>
              </a:xfrm>
              <a:blipFill>
                <a:blip r:embed="rId2"/>
                <a:stretch>
                  <a:fillRect l="-174" t="-1838" r="-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484436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7576</TotalTime>
  <Words>209</Words>
  <Application>Microsoft Office PowerPoint</Application>
  <PresentationFormat>Широкоэкранный</PresentationFormat>
  <Paragraphs>26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Trebuchet MS</vt:lpstr>
      <vt:lpstr>Берлин</vt:lpstr>
      <vt:lpstr>Всероссийский фестиваль интеллектуальных игр «ETU/CUP»</vt:lpstr>
      <vt:lpstr>Организаторы и даты реализации проекта</vt:lpstr>
      <vt:lpstr>Актуальность проблемы</vt:lpstr>
      <vt:lpstr>Цель проекта</vt:lpstr>
      <vt:lpstr>Заинтересованные стороны</vt:lpstr>
      <vt:lpstr>Команда проекта</vt:lpstr>
      <vt:lpstr>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Всероссийский фестиваль интеллектуальных игр «ETU/CUP»</dc:title>
  <dc:creator>Станислав Хамидулин</dc:creator>
  <cp:lastModifiedBy>Станислав Хамидулин</cp:lastModifiedBy>
  <cp:revision>10</cp:revision>
  <dcterms:created xsi:type="dcterms:W3CDTF">2024-09-25T10:21:54Z</dcterms:created>
  <dcterms:modified xsi:type="dcterms:W3CDTF">2025-09-24T10:30:16Z</dcterms:modified>
</cp:coreProperties>
</file>